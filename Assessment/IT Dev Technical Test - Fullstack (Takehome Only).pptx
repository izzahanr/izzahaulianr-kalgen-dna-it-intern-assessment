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</p:sldMasterIdLst>
  <p:notesMasterIdLst>
    <p:notesMasterId r:id="rId16"/>
  </p:notesMasterIdLst>
  <p:sldIdLst>
    <p:sldId id="299" r:id="rId2"/>
    <p:sldId id="302" r:id="rId3"/>
    <p:sldId id="304" r:id="rId4"/>
    <p:sldId id="316" r:id="rId5"/>
    <p:sldId id="311" r:id="rId6"/>
    <p:sldId id="312" r:id="rId7"/>
    <p:sldId id="313" r:id="rId8"/>
    <p:sldId id="314" r:id="rId9"/>
    <p:sldId id="315" r:id="rId10"/>
    <p:sldId id="317" r:id="rId11"/>
    <p:sldId id="318" r:id="rId12"/>
    <p:sldId id="319" r:id="rId13"/>
    <p:sldId id="320" r:id="rId14"/>
    <p:sldId id="310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B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08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88B6B9-D393-4DA7-8672-89F54E95F67C}" type="datetimeFigureOut">
              <a:rPr lang="en-ID" smtClean="0"/>
              <a:t>16/09/2026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95A58C-3138-419F-80C9-3A5A80E710A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57322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419095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37758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24170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>
            <a:spLocks noGrp="1"/>
          </p:cNvSpPr>
          <p:nvPr>
            <p:ph type="body" idx="1"/>
          </p:nvPr>
        </p:nvSpPr>
        <p:spPr>
          <a:xfrm>
            <a:off x="279400" y="3429000"/>
            <a:ext cx="603885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Google Shape;17;p10"/>
          <p:cNvSpPr txBox="1">
            <a:spLocks noGrp="1"/>
          </p:cNvSpPr>
          <p:nvPr>
            <p:ph type="title"/>
          </p:nvPr>
        </p:nvSpPr>
        <p:spPr>
          <a:xfrm>
            <a:off x="279400" y="1934617"/>
            <a:ext cx="60388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B3A"/>
              </a:buClr>
              <a:buSzPts val="5400"/>
              <a:buFont typeface="Calibri"/>
              <a:buNone/>
              <a:defRPr sz="5400" b="1">
                <a:solidFill>
                  <a:srgbClr val="006B3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18" name="Google Shape;18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6522" y="126521"/>
            <a:ext cx="1345720" cy="6070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35601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1"/>
          <p:cNvSpPr txBox="1">
            <a:spLocks noGrp="1"/>
          </p:cNvSpPr>
          <p:nvPr>
            <p:ph type="title"/>
          </p:nvPr>
        </p:nvSpPr>
        <p:spPr>
          <a:xfrm>
            <a:off x="2620370" y="4148924"/>
            <a:ext cx="6332561" cy="70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B3A"/>
              </a:buClr>
              <a:buSzPts val="4000"/>
              <a:buFont typeface="Calibri"/>
              <a:buNone/>
              <a:defRPr sz="4000" b="1">
                <a:solidFill>
                  <a:srgbClr val="006B3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body" idx="1"/>
          </p:nvPr>
        </p:nvSpPr>
        <p:spPr>
          <a:xfrm>
            <a:off x="1938338" y="5049838"/>
            <a:ext cx="8256587" cy="1214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4" name="Google Shape;24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67048" y="6264275"/>
            <a:ext cx="1081179" cy="4876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22355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12"/>
          <p:cNvSpPr txBox="1">
            <a:spLocks noGrp="1"/>
          </p:cNvSpPr>
          <p:nvPr>
            <p:ph type="title"/>
          </p:nvPr>
        </p:nvSpPr>
        <p:spPr>
          <a:xfrm>
            <a:off x="232014" y="129359"/>
            <a:ext cx="11287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B3A"/>
              </a:buClr>
              <a:buSzPts val="4000"/>
              <a:buFont typeface="Calibri"/>
              <a:buNone/>
              <a:defRPr sz="4000" b="1">
                <a:solidFill>
                  <a:srgbClr val="006B3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body" idx="1"/>
          </p:nvPr>
        </p:nvSpPr>
        <p:spPr>
          <a:xfrm>
            <a:off x="232015" y="1186281"/>
            <a:ext cx="11287200" cy="23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9" name="Google Shape;29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67048" y="6264275"/>
            <a:ext cx="1081179" cy="4876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02634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142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3"/>
          <p:cNvSpPr txBox="1">
            <a:spLocks noGrp="1"/>
          </p:cNvSpPr>
          <p:nvPr>
            <p:ph type="title"/>
          </p:nvPr>
        </p:nvSpPr>
        <p:spPr>
          <a:xfrm>
            <a:off x="165866" y="1392350"/>
            <a:ext cx="3912336" cy="2242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B3A"/>
              </a:buClr>
              <a:buSzPts val="5400"/>
              <a:buFont typeface="Calibri"/>
              <a:buNone/>
              <a:defRPr sz="5400" b="1">
                <a:solidFill>
                  <a:srgbClr val="006B3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33" name="Google Shape;33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6522" y="126521"/>
            <a:ext cx="1345720" cy="6070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55989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EEA2110-F082-4CCA-BC90-D3C569A728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CAF2193-5512-455C-937B-332810644AC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9400" y="3429000"/>
            <a:ext cx="6038850" cy="9525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GB" dirty="0"/>
              <a:t>Subtitle</a:t>
            </a:r>
            <a:endParaRPr lang="en-ID" dirty="0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FA601805-3F4A-43F7-A7DD-C142D96E4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9400" y="1934617"/>
            <a:ext cx="6038850" cy="1325563"/>
          </a:xfrm>
        </p:spPr>
        <p:txBody>
          <a:bodyPr>
            <a:normAutofit/>
          </a:bodyPr>
          <a:lstStyle>
            <a:lvl1pPr>
              <a:defRPr sz="5400" b="1">
                <a:solidFill>
                  <a:srgbClr val="006B3A"/>
                </a:solidFill>
                <a:latin typeface="+mn-lt"/>
              </a:defRPr>
            </a:lvl1pPr>
          </a:lstStyle>
          <a:p>
            <a:r>
              <a:rPr lang="en-US" dirty="0"/>
              <a:t>TITLE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074002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5D96345-9BF8-4862-9A61-117A1FA5BE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D3F2D18B-8CED-47E0-BFF1-046FEE39E2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4615" y="1460110"/>
            <a:ext cx="5958385" cy="1040594"/>
          </a:xfrm>
        </p:spPr>
        <p:txBody>
          <a:bodyPr>
            <a:normAutofit/>
          </a:bodyPr>
          <a:lstStyle>
            <a:lvl1pPr>
              <a:defRPr sz="4000"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4400" b="1" dirty="0">
                <a:solidFill>
                  <a:srgbClr val="006B3A"/>
                </a:solidFill>
              </a:rPr>
              <a:t>TABLE OF CONTENT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2101BAD-0488-4E4F-8836-EC71CC2B2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A1D0-3E22-4E1A-BBE6-A0DB3D390CD9}" type="datetimeFigureOut">
              <a:rPr lang="en-ID" smtClean="0"/>
              <a:t>16/09/2026</a:t>
            </a:fld>
            <a:endParaRPr lang="en-ID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9D57549-37CC-4D64-96C5-CA23EF587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F3B2F44-E244-4EC4-9B69-FE8CEFC9B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A70A1-A3CD-47F1-A841-54FD320B0B0A}" type="slidenum">
              <a:rPr lang="en-ID" smtClean="0"/>
              <a:t>‹#›</a:t>
            </a:fld>
            <a:endParaRPr lang="en-ID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41D98D3-2B3D-49B0-880F-F1FF5160CC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5113" y="2701925"/>
            <a:ext cx="5957887" cy="22113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Content 1</a:t>
            </a:r>
          </a:p>
          <a:p>
            <a:pPr lvl="0"/>
            <a:r>
              <a:rPr lang="en-US" dirty="0"/>
              <a:t>Content 2</a:t>
            </a:r>
          </a:p>
          <a:p>
            <a:pPr lvl="0"/>
            <a:r>
              <a:rPr lang="en-US" dirty="0"/>
              <a:t>Content 3</a:t>
            </a:r>
          </a:p>
          <a:p>
            <a:pPr lvl="0"/>
            <a:r>
              <a:rPr lang="en-US" dirty="0"/>
              <a:t>Content 4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36645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A710A1D0-3E22-4E1A-BBE6-A0DB3D390CD9}" type="datetimeFigureOut">
              <a:rPr lang="en-ID" smtClean="0"/>
              <a:t>16/09/2026</a:t>
            </a:fld>
            <a:endParaRPr lang="en-ID"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ID"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D3A70A1-A3CD-47F1-A841-54FD320B0B0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7516884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49" r:id="rId5"/>
    <p:sldLayoutId id="2147483650" r:id="rId6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pi.postman.com/collections/43449869-be396c75-def7-47f8-9e1a-16a1be2ad65c?access_key=PMAT-01K30CS673WBCH8M4SD6567N04" TargetMode="External"/><Relationship Id="rId2" Type="http://schemas.openxmlformats.org/officeDocument/2006/relationships/hyperlink" Target="https://api-assessment-biopharma.kalbe.co.id/" TargetMode="Externa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en-ID" dirty="0"/>
              <a:t>IT Developer</a:t>
            </a:r>
          </a:p>
          <a:p>
            <a:pPr marL="0" indent="0">
              <a:spcBef>
                <a:spcPts val="0"/>
              </a:spcBef>
            </a:pPr>
            <a:r>
              <a:rPr lang="en-US" dirty="0" err="1"/>
              <a:t>Ful</a:t>
            </a:r>
            <a:endParaRPr lang="en-ID" dirty="0"/>
          </a:p>
        </p:txBody>
      </p:sp>
      <p:sp>
        <p:nvSpPr>
          <p:cNvPr id="39" name="Google Shape;39;p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/>
            <a:r>
              <a:rPr lang="en-ID"/>
              <a:t>Biopharma</a:t>
            </a:r>
            <a:br>
              <a:rPr lang="en-ID"/>
            </a:br>
            <a:r>
              <a:rPr lang="en-ID"/>
              <a:t>Technical Assessment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B3A"/>
              </a:buClr>
              <a:buSzPts val="4000"/>
              <a:buFont typeface="Calibri"/>
              <a:buNone/>
            </a:pPr>
            <a:r>
              <a:rPr lang="en-US" dirty="0"/>
              <a:t>Mini Project</a:t>
            </a:r>
            <a:endParaRPr dirty="0"/>
          </a:p>
        </p:txBody>
      </p:sp>
      <p:sp>
        <p:nvSpPr>
          <p:cNvPr id="45" name="Google Shape;45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8800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Preparations</a:t>
            </a:r>
            <a:endParaRPr dirty="0"/>
          </a:p>
        </p:txBody>
      </p:sp>
      <p:sp>
        <p:nvSpPr>
          <p:cNvPr id="51" name="Google Shape;51;p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Coding environment tool.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Notes (if needed).</a:t>
            </a:r>
          </a:p>
        </p:txBody>
      </p:sp>
    </p:spTree>
    <p:extLst>
      <p:ext uri="{BB962C8B-B14F-4D97-AF65-F5344CB8AC3E}">
        <p14:creationId xmlns:p14="http://schemas.microsoft.com/office/powerpoint/2010/main" val="2824155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Criteria</a:t>
            </a:r>
            <a:endParaRPr dirty="0"/>
          </a:p>
        </p:txBody>
      </p:sp>
      <p:sp>
        <p:nvSpPr>
          <p:cNvPr id="51" name="Google Shape;51;p3"/>
          <p:cNvSpPr txBox="1">
            <a:spLocks noGrp="1"/>
          </p:cNvSpPr>
          <p:nvPr>
            <p:ph type="body" idx="1"/>
          </p:nvPr>
        </p:nvSpPr>
        <p:spPr>
          <a:xfrm>
            <a:off x="232015" y="1186281"/>
            <a:ext cx="11287200" cy="404034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Solve the issue using .NET and Next JS.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Solve the issue within the mentioned duration of time.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Scoring priority:</a:t>
            </a:r>
          </a:p>
          <a:p>
            <a:pPr marL="533400" lvl="0" indent="-266700" algn="l" defTabSz="9398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dirty="0"/>
              <a:t>Functional</a:t>
            </a:r>
          </a:p>
          <a:p>
            <a:pPr marL="533400" lvl="0" indent="-266700" algn="l" defTabSz="9398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dirty="0"/>
              <a:t>UI &amp; UX</a:t>
            </a:r>
          </a:p>
          <a:p>
            <a:pPr marL="533400" lvl="0" indent="-266700" algn="l" defTabSz="9398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dirty="0"/>
              <a:t>Security</a:t>
            </a:r>
          </a:p>
          <a:p>
            <a:pPr marL="533400" lvl="0" indent="-266700" algn="l" defTabSz="9398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dirty="0"/>
              <a:t>Unit/Integration Tests</a:t>
            </a:r>
          </a:p>
          <a:p>
            <a:pPr marL="533400" lvl="0" indent="-266700" algn="l" defTabSz="9398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dirty="0"/>
              <a:t>Logging</a:t>
            </a:r>
          </a:p>
          <a:p>
            <a:pPr marL="533400" lvl="0" indent="-266700" algn="l" defTabSz="9398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dirty="0"/>
              <a:t>QoL</a:t>
            </a:r>
          </a:p>
        </p:txBody>
      </p:sp>
    </p:spTree>
    <p:extLst>
      <p:ext uri="{BB962C8B-B14F-4D97-AF65-F5344CB8AC3E}">
        <p14:creationId xmlns:p14="http://schemas.microsoft.com/office/powerpoint/2010/main" val="3370024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15B073-53DC-400D-9448-D92B630FC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014" y="163776"/>
            <a:ext cx="11287125" cy="1325563"/>
          </a:xfrm>
        </p:spPr>
        <p:txBody>
          <a:bodyPr/>
          <a:lstStyle/>
          <a:p>
            <a:r>
              <a:rPr lang="en-ID" dirty="0"/>
              <a:t>Database -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8DE5B8-7958-4CCB-A7F3-395124BB2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8721" y="1318054"/>
            <a:ext cx="5273740" cy="4944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09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5BF934FE-1786-4E9D-8E5C-F83C042A9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014" y="163776"/>
            <a:ext cx="11287125" cy="1325563"/>
          </a:xfrm>
        </p:spPr>
        <p:txBody>
          <a:bodyPr/>
          <a:lstStyle/>
          <a:p>
            <a:r>
              <a:rPr lang="en-ID" dirty="0"/>
              <a:t>Issue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DC0B8816-092B-4F07-ABE8-19F317D5C58A}"/>
              </a:ext>
            </a:extLst>
          </p:cNvPr>
          <p:cNvSpPr txBox="1">
            <a:spLocks/>
          </p:cNvSpPr>
          <p:nvPr/>
        </p:nvSpPr>
        <p:spPr>
          <a:xfrm>
            <a:off x="232015" y="1334530"/>
            <a:ext cx="11727971" cy="3373394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Based on Database’s diagram, create a web app for CRUD (create, read, update, delete) based on these designs:</a:t>
            </a:r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(Note: You can improve the designs as needed)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Features:</a:t>
            </a:r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Auth</a:t>
            </a:r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CRUD Master Trackers</a:t>
            </a:r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CRUD Transaction Requests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Logging (create your own backend using .NET)</a:t>
            </a:r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CRUD Transaction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Trackings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(bonus for FE)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Audit Trail (bonus for BE)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D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481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6D062-46F2-489B-AD1C-3237AE1A3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014" y="163777"/>
            <a:ext cx="11287125" cy="787694"/>
          </a:xfrm>
        </p:spPr>
        <p:txBody>
          <a:bodyPr>
            <a:normAutofit/>
          </a:bodyPr>
          <a:lstStyle/>
          <a:p>
            <a:r>
              <a:rPr lang="en-US" sz="2800" dirty="0"/>
              <a:t>Master - Trackers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57E30E-60EC-4391-A7D7-945C8B86F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0" y="836215"/>
            <a:ext cx="9779000" cy="5400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869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7E253-1C9E-4E53-AACB-38264179B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014" y="163777"/>
            <a:ext cx="11287125" cy="787694"/>
          </a:xfrm>
        </p:spPr>
        <p:txBody>
          <a:bodyPr>
            <a:normAutofit/>
          </a:bodyPr>
          <a:lstStyle/>
          <a:p>
            <a:r>
              <a:rPr lang="en-US" sz="2800" dirty="0"/>
              <a:t>Transaction - Requests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572FED-5F58-41E1-9FD1-B4B4C60E5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601" y="816709"/>
            <a:ext cx="9880600" cy="5411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486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A4269-1963-4A00-9307-F528B294D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014" y="163776"/>
            <a:ext cx="11287125" cy="1325563"/>
          </a:xfrm>
        </p:spPr>
        <p:txBody>
          <a:bodyPr>
            <a:normAutofit/>
          </a:bodyPr>
          <a:lstStyle/>
          <a:p>
            <a:r>
              <a:rPr lang="en-US" sz="2800" dirty="0"/>
              <a:t>API Docs - Basic Information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4FED22-E633-4B21-A857-14343ECF4BA1}"/>
              </a:ext>
            </a:extLst>
          </p:cNvPr>
          <p:cNvSpPr txBox="1">
            <a:spLocks/>
          </p:cNvSpPr>
          <p:nvPr/>
        </p:nvSpPr>
        <p:spPr>
          <a:xfrm>
            <a:off x="232015" y="1210962"/>
            <a:ext cx="11287125" cy="490975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 URL: </a:t>
            </a:r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https://api-assessment-biopharma.kalbe.co.id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Auth Path: </a:t>
            </a:r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/v1/authentication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 Features Path: </a:t>
            </a:r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/v1/feature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 Features Docs: </a:t>
            </a:r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Postman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68033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0C6BC-3704-462C-AB8E-3EE680E35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014" y="163776"/>
            <a:ext cx="11287125" cy="1325563"/>
          </a:xfrm>
        </p:spPr>
        <p:txBody>
          <a:bodyPr>
            <a:normAutofit/>
          </a:bodyPr>
          <a:lstStyle/>
          <a:p>
            <a:r>
              <a:rPr lang="en-US" sz="2800" dirty="0"/>
              <a:t>API Docs - Auth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2517AB-B451-454E-A2EB-1ABA0404F4F3}"/>
              </a:ext>
            </a:extLst>
          </p:cNvPr>
          <p:cNvSpPr txBox="1">
            <a:spLocks/>
          </p:cNvSpPr>
          <p:nvPr/>
        </p:nvSpPr>
        <p:spPr>
          <a:xfrm>
            <a:off x="232015" y="1210962"/>
            <a:ext cx="11287125" cy="490975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 Auth Headers:</a:t>
            </a:r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app_id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en-ID" dirty="0"/>
              <a:t>41e4f05a</a:t>
            </a:r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app_key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en-ID" dirty="0"/>
              <a:t>306db443aa95cecd671214b806bb31ef</a:t>
            </a:r>
            <a:endParaRPr lang="en-ID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Auth Headers:</a:t>
            </a:r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Authorization=Bearer {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access_token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Refresh Token: pass back the refresh token cookie from the login response to get the new access token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of endpoints need Authorization with access bearer token passed except for log in</a:t>
            </a:r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1975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916DC-6FE2-4A3E-8700-D088A9E2F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014" y="163776"/>
            <a:ext cx="11287125" cy="1325563"/>
          </a:xfrm>
        </p:spPr>
        <p:txBody>
          <a:bodyPr>
            <a:normAutofit/>
          </a:bodyPr>
          <a:lstStyle/>
          <a:p>
            <a:r>
              <a:rPr lang="en-US" sz="2800" dirty="0"/>
              <a:t>API Docs - Auth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E12F1C-2FEA-46B9-93F0-EBD5E7BE6F45}"/>
              </a:ext>
            </a:extLst>
          </p:cNvPr>
          <p:cNvSpPr txBox="1">
            <a:spLocks/>
          </p:cNvSpPr>
          <p:nvPr/>
        </p:nvSpPr>
        <p:spPr>
          <a:xfrm>
            <a:off x="232015" y="1210962"/>
            <a:ext cx="11287125" cy="4909751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 In: [POST] /auth/login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</a:t>
            </a:r>
            <a:b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"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appCode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": "ASSESSMENT", </a:t>
            </a:r>
            <a:b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"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moduleCode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": "ALL", </a:t>
            </a:r>
            <a:b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"user": "assessment.it", </a:t>
            </a:r>
            <a:b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"password": "Password123?"</a:t>
            </a:r>
            <a:b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 Out: [POST] /auth/logout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</a:t>
            </a:r>
            <a:b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"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appCode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": "ASSESSMENT", </a:t>
            </a:r>
            <a:b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"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moduleCode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": "ALL", </a:t>
            </a:r>
            <a:b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"user": “assessment.it"</a:t>
            </a:r>
            <a:b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Refresh Token: [GET] /auth/token/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refresh?refreshAuthorization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=true</a:t>
            </a:r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 “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refreshAuthorization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 param can be adjusted with true or false as needed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Authorization (Roles &amp; Modules): [GET] /auth/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authorization?nested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=false</a:t>
            </a:r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 “nested” param can be adjusted with true or false as needed</a:t>
            </a:r>
          </a:p>
        </p:txBody>
      </p:sp>
    </p:spTree>
    <p:extLst>
      <p:ext uri="{BB962C8B-B14F-4D97-AF65-F5344CB8AC3E}">
        <p14:creationId xmlns:p14="http://schemas.microsoft.com/office/powerpoint/2010/main" val="29302054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E4D27-AEA6-4768-A070-2A540EE70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014" y="163776"/>
            <a:ext cx="11287125" cy="1325563"/>
          </a:xfrm>
        </p:spPr>
        <p:txBody>
          <a:bodyPr>
            <a:normAutofit/>
          </a:bodyPr>
          <a:lstStyle/>
          <a:p>
            <a:r>
              <a:rPr lang="en-US" sz="2800" dirty="0"/>
              <a:t>API Docs – Paginations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32A5AC-4B93-43EA-BCFF-02521CFF5919}"/>
              </a:ext>
            </a:extLst>
          </p:cNvPr>
          <p:cNvSpPr txBox="1">
            <a:spLocks/>
          </p:cNvSpPr>
          <p:nvPr/>
        </p:nvSpPr>
        <p:spPr>
          <a:xfrm>
            <a:off x="232015" y="1210962"/>
            <a:ext cx="11287125" cy="4909751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Simple Pagination Headers:</a:t>
            </a:r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X-Paging-Offset: (long) Start index (e.g., 0)</a:t>
            </a:r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X-Paging-Limit: (long) Max number of records (e.g., 25) </a:t>
            </a:r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X-Paging-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SortBy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(string) Property name to sort by (e.g.,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trackerCode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 converted to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snake_case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like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tracker_code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X-Paging-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SortOrder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(string) ASC / DESC</a:t>
            </a:r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X-Paging-Search: (string) Free-text search keyword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Advance Pagination Headers:</a:t>
            </a:r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X-Paging-Offset: (long) Start index (e.g., 0)</a:t>
            </a:r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X-Paging-Limit: (long) Max number of records (e.g., 25) </a:t>
            </a:r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X-Paging-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SortBy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(string) Property name to sort by (e.g.,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trackerCode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 converted to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snake_case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like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tracker_code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X-Paging-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SortOrder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(string) ASC / DESC</a:t>
            </a:r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X-Paging-Operator: (string) AND / OR</a:t>
            </a:r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X-Paging-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IgnoreCase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(bool) true / false</a:t>
            </a:r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X-Paging-Include: Base64-encoded JSON filters using property names ({ “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tracker_code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”: “REQ-ACC||REQ-CREATE”}), use “||” as the separator to search multiple values in the same field</a:t>
            </a:r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X-Paging-Exclude: Base64-encoded JSON filters to exclude using property names ({“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tracker_code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”: “REQ-CANCEL||REQ-COMPLETE”}) , use “||” as the separator to search multiple values in the same field</a:t>
            </a:r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0622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5323B-E286-4A2F-8296-1EF54F720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014" y="163776"/>
            <a:ext cx="11287125" cy="1325563"/>
          </a:xfrm>
        </p:spPr>
        <p:txBody>
          <a:bodyPr>
            <a:normAutofit/>
          </a:bodyPr>
          <a:lstStyle/>
          <a:p>
            <a:r>
              <a:rPr lang="en-US" sz="2800" dirty="0"/>
              <a:t>API Docs – Paginations -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22A042-F575-4356-A01F-3017B531D619}"/>
              </a:ext>
            </a:extLst>
          </p:cNvPr>
          <p:cNvSpPr txBox="1">
            <a:spLocks/>
          </p:cNvSpPr>
          <p:nvPr/>
        </p:nvSpPr>
        <p:spPr>
          <a:xfrm>
            <a:off x="232015" y="1210962"/>
            <a:ext cx="11287125" cy="4909751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Simple Pagination Headers:</a:t>
            </a:r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X-Paging-Offset= 0</a:t>
            </a:r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X-Paging-Limit: 25</a:t>
            </a:r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X-Paging-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SortBy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id</a:t>
            </a:r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X-Paging-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SortOrder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ASC</a:t>
            </a:r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X-Paging-Search</a:t>
            </a:r>
            <a:r>
              <a:rPr lang="en-US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REQ-CREATE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Advance Pagination Headers:</a:t>
            </a:r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X-Paging-Offset: 0</a:t>
            </a:r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X-Paging-Limit: 10</a:t>
            </a:r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X-Paging-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SortBy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tracker_code</a:t>
            </a:r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X-Paging-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SortOrder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DESC</a:t>
            </a:r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X-Paging-Operator: OR</a:t>
            </a:r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X-Paging-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IgnoreCase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true</a:t>
            </a:r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X-Paging-Include: eyDigJx0cmFja2VyX2NvZGXigJ06IOKAnFJFUS1BQ0N8fFJFUS1DUkVBVEXigJ19</a:t>
            </a:r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X-Paging-Exclude: bmFtZT1SZWphbA==</a:t>
            </a:r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63525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4299C-56C4-4789-9E58-71EB7ABA4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379558403"/>
      </p:ext>
    </p:extLst>
  </p:cSld>
  <p:clrMapOvr>
    <a:masterClrMapping/>
  </p:clrMapOvr>
</p:sld>
</file>

<file path=ppt/theme/theme1.xml><?xml version="1.0" encoding="utf-8"?>
<a:theme xmlns:a="http://schemas.openxmlformats.org/drawingml/2006/main" name="Kalbe_2025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albe_2025" id="{E8DB7388-2F31-4B5C-877E-88698481FA91}" vid="{BAC9DCAA-7A1C-466B-A151-A7423BE597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Kalbe_2025</Template>
  <TotalTime>8019</TotalTime>
  <Words>736</Words>
  <Application>Microsoft Office PowerPoint</Application>
  <PresentationFormat>Widescreen</PresentationFormat>
  <Paragraphs>59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Kalbe_2025</vt:lpstr>
      <vt:lpstr>Biopharma Technical Assessment</vt:lpstr>
      <vt:lpstr>Mini Project</vt:lpstr>
      <vt:lpstr>Preparations</vt:lpstr>
      <vt:lpstr>Criteria</vt:lpstr>
      <vt:lpstr>Database - Diagram</vt:lpstr>
      <vt:lpstr>Issue</vt:lpstr>
      <vt:lpstr>Master - Trackers</vt:lpstr>
      <vt:lpstr>Transaction - Requests</vt:lpstr>
      <vt:lpstr>API Docs - Basic Information</vt:lpstr>
      <vt:lpstr>API Docs - Auth</vt:lpstr>
      <vt:lpstr>API Docs - Auth</vt:lpstr>
      <vt:lpstr>API Docs – Paginations</vt:lpstr>
      <vt:lpstr>API Docs – Paginations - Example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Bernadette Fanny Lasapu</dc:creator>
  <cp:lastModifiedBy>Panggalih Sako Denta</cp:lastModifiedBy>
  <cp:revision>98</cp:revision>
  <dcterms:created xsi:type="dcterms:W3CDTF">2021-12-21T08:51:25Z</dcterms:created>
  <dcterms:modified xsi:type="dcterms:W3CDTF">2026-09-16T04:04:07Z</dcterms:modified>
</cp:coreProperties>
</file>